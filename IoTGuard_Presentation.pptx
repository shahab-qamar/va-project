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2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3450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315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79" y="1828800"/>
            <a:ext cx="3156313" cy="758952"/>
          </a:xfrm>
          <a:prstGeom prst="rect">
            <a:avLst/>
          </a:prstGeom>
          <a:solidFill>
            <a:srgbClr val="92D05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Guard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11480" y="26974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WiFi Security Assessment Tool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11480" y="3310128"/>
            <a:ext cx="832104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34747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Shahab Qamar (54604)  •  Asim Khurshid (53653)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Yawar Abbas  |  Riphah International University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438912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4389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438912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60320" y="4389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438912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09160" y="4389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0" y="438912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0" y="4389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" cy="3474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950976"/>
            <a:ext cx="8046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purpose of IoTGuard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453896"/>
            <a:ext cx="80467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1463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 &amp; data 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1956816"/>
            <a:ext cx="8046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1965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965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libraries &amp; frameworks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459736"/>
            <a:ext cx="80467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468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468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2468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Scanning, analysis &amp; UI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2962656"/>
            <a:ext cx="8046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2971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lookup, OWASP mapping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465576"/>
            <a:ext cx="80467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3474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3474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System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80560" y="3474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HTML &amp; JSON exports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968496"/>
            <a:ext cx="8046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3977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80560" y="3977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future work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690872" cy="39547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IoTGuard?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IoTGuard is a comprehensive, desktop-based security assessment platform for WiFi networks and IoT devices. It combines multiple discovery techniques, port scanning, and vulnerability analysis in one unified tool.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provide network administrators, security researchers, and homeowners with a powerful tool to audit their networks for vulnerable IoT devices and misconfigurations.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All-in-one security assessment platform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3708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cloud dependency — data stays local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6268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Professional reporting for client delivery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960120"/>
            <a:ext cx="3291840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94960" y="960120"/>
            <a:ext cx="64008" cy="1097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77840" y="1051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57784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Techniques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94960" y="2240280"/>
            <a:ext cx="3291840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94960" y="2240280"/>
            <a:ext cx="64008" cy="10972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77840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57784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Ports Scanned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58968" y="3520440"/>
            <a:ext cx="3291840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394960" y="3520440"/>
            <a:ext cx="64008" cy="109728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77840" y="3611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57784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Formats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58968" y="4676339"/>
            <a:ext cx="3291840" cy="914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solidFill>
            <a:srgbClr val="92D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libraries &amp; frameworks powering IoTGuard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265176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7739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Python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66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SQLite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Threading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261872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1261872"/>
            <a:ext cx="265176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371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Framework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7739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PyQt6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066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Custom Widgets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Qt Signals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261872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1261872"/>
            <a:ext cx="265176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1371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Scanning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17739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Nmap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066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Scapy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ARP/ICMP/mDNS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41605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416052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33101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Integrated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" y="37124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CVE/NVD API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40050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MAC Vendor 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4297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OWASP Top 10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3200400"/>
            <a:ext cx="41605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3200400"/>
            <a:ext cx="416052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83480" y="33101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83480" y="37124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PDF (FPDF)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40050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HTML Templates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4297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JSON Export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73152" cy="6583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6984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149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Layer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88720" y="13167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 User Interface — Dashboards, Device Cards, Filters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7680" y="1618488"/>
            <a:ext cx="73152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173736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1737360"/>
            <a:ext cx="73152" cy="6583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84708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17922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Worker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188720" y="20939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scanning in a separate thread with Qt signals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97680" y="2395728"/>
            <a:ext cx="73152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7200" y="25146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7200" y="2514600"/>
            <a:ext cx="73152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62432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25694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Modules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188720" y="28712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WiFi, Network, Bluetooth/BLE, Port Scanners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297680" y="3172968"/>
            <a:ext cx="73152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57200" y="32918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57200" y="3291840"/>
            <a:ext cx="73152" cy="65836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401568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33467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Modules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188720" y="3648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Lookup, CVSS Scoring, OWASP Mapping, Threat Detection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297680" y="3950208"/>
            <a:ext cx="73152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57200" y="40690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57200" y="4069080"/>
            <a:ext cx="73152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178808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88720" y="41239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1188720" y="44256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&amp; Cache — Persistent scan history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1768"/>
            <a:ext cx="1407490" cy="1324506"/>
            <a:chOff x="-648769" y="2358"/>
            <a:chExt cx="1876653" cy="1766008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52897" y="4525250"/>
            <a:ext cx="484026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4290831"/>
            <a:ext cx="1696473" cy="852668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76F18D-51F3-FFE4-A295-B660E08FD2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7"/>
          <a:stretch>
            <a:fillRect/>
          </a:stretch>
        </p:blipFill>
        <p:spPr bwMode="auto">
          <a:xfrm>
            <a:off x="1318135" y="33977"/>
            <a:ext cx="6507730" cy="47249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A32A118-16EA-C612-5DA9-BF3872234C53}"/>
              </a:ext>
            </a:extLst>
          </p:cNvPr>
          <p:cNvSpPr/>
          <p:nvPr/>
        </p:nvSpPr>
        <p:spPr>
          <a:xfrm>
            <a:off x="5444067" y="2328333"/>
            <a:ext cx="973062" cy="364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8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39F85F-662E-41E5-3C09-6F0D9B00CA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0743" y="97432"/>
            <a:ext cx="6869821" cy="468865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23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88036"/>
            <a:ext cx="8229600" cy="5943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70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719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Discovery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2084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and enumerate all devices on your local WiFi network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005840"/>
            <a:ext cx="260604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60604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20700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1719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Discovery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337560" y="2084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ARP, ICMP &amp; mDNS techniques to find every device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1005840"/>
            <a:ext cx="260604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035040" y="1005840"/>
            <a:ext cx="26060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0700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2200" y="1719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/ BLE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172200" y="2084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nearby Bluetooth and BLE devices need adapter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65760" y="2926080"/>
            <a:ext cx="260604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365760" y="2926080"/>
            <a:ext cx="2606040" cy="640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12724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2920" y="36393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&amp; Service Scan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02920" y="40050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IoT ports with nmap &amp; fallback TCP scanner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00400" y="2926080"/>
            <a:ext cx="260604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3200400" y="2926080"/>
            <a:ext cx="260604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127248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337560" y="36393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Testing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3337560" y="40050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SSH, FTP, Telnet for weak/default credentials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035040" y="2926080"/>
            <a:ext cx="260604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6035040" y="292608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127248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172200" y="36393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Charts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6172200" y="40050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overview with risk charts and device cards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80467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607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Vulnerability Lookup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NVD/CVE databases for known vulnerabilities with CVSS scores and severity ratings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73152" cy="8046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0208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IoT Top 10 Mapping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detected issues to the 2018 OWASP IoT Top 10 categories for standardized reporting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73152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9809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291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suspicious network configurations, weak services, and potential attack vectors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73152" cy="80467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9410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Intruder Alert System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2519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when new unknown MAC addresses join the network between scans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0" y="1005840"/>
            <a:ext cx="30175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06440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IoT Top 10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64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  Weak Passwords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19110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  Insecure Network Services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2313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 Insecure Ecosystem Interfaces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2715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  Lack of Secure Update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31181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I5  Outdated Components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0644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I6  Insufficient Privacy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39227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I7  Insecure Data Transfer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06440" y="4325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I8  Lack of Device Mgmt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28600"/>
            <a:ext cx="8293608" cy="59436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5176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16128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16733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0352" y="20391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showing device risk levels, scan progress, and network health overview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00400" y="960120"/>
            <a:ext cx="265176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200400" y="960120"/>
            <a:ext cx="265176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16128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64992" y="16733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Cards 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364992" y="20391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with risk-colored borders, status dots, device icons, IP/MAC info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62472" y="960120"/>
            <a:ext cx="265176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6035040" y="960120"/>
            <a:ext cx="2651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16128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99632" y="16733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199632" y="20391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devices by risk, status, device type, or search by IP/MAC/hostname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65760" y="2971800"/>
            <a:ext cx="4050792" cy="1673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365760" y="2971800"/>
            <a:ext cx="416052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17296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0352" y="36850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Intruder Alert Banner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30352" y="405079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banner alerts when new unknown devices join the network mid-scan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754880" y="2971800"/>
            <a:ext cx="4050792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54880" y="2971800"/>
            <a:ext cx="416052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3172968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19472" y="36850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Auto-Rescan Mode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919472" y="405079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monitors the network and re-scans at configurable intervals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887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233172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E8F4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Portable, shareable web-based reports with device cards, charts, and detailed vulnerability findings. Can be opened in any browser.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9601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0" y="960120"/>
            <a:ext cx="2651760" cy="7315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18872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749040" y="233172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E8F4FF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749040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37560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Professional-grade reports in PDF format with structured layout, suitable for client delivery and documentation.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35040" y="9601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035040" y="960120"/>
            <a:ext cx="265176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18872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Export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583680" y="233172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E8F4FF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583680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Analyst-Ready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172200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structured data export for integration with SIEM tools, custom scripts, or further analysis pipelines.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65760" y="4315968"/>
            <a:ext cx="836676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54864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Scan History Tracking — All past scans stored in SQLite with timestamps for trend analysis and comparison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solidFill>
            <a:srgbClr val="92D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4069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52144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972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end-to-end security assessment tool built from scratch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709160" y="1005840"/>
            <a:ext cx="4069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152144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03520" y="10972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modular layered architecture for maintainability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11480" y="1938528"/>
            <a:ext cx="4069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84832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02996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device monitoring with live GUI updates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709160" y="1938528"/>
            <a:ext cx="4069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084832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03520" y="202996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reporting system (HTML, PDF, JSON)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11480" y="2871216"/>
            <a:ext cx="4069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17520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296265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asynchronous operations with Qt signals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4709160" y="2871216"/>
            <a:ext cx="4069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17520"/>
            <a:ext cx="411480" cy="4114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03520" y="296265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fallbacks when dependencies are unavailable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411480" y="3803904"/>
            <a:ext cx="4069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50208"/>
            <a:ext cx="411480" cy="4114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05840" y="389534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data storage — no cloud, full privacy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4709160" y="3803904"/>
            <a:ext cx="4069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950208"/>
            <a:ext cx="411480" cy="4114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03520" y="389534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strong practical cybersecurity skills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846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84632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IoTGuard is a powerful, production-quality security tool that addresses real cybersecurity challenges in IoT environments.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21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Comprehensive Discovery — 8 techniques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395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Intelligent CVE &amp; CVSS Analysis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670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OWASP IoT Top 10 Mapping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944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Professional Reporting System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914400"/>
            <a:ext cx="320040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0" y="914400"/>
            <a:ext cx="320040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23560" y="1005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23560" y="1508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Machine learning for anomaly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23560" y="1892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Mobile app integration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23560" y="22768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Advanced automation features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23560" y="26609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Cloud dashboard option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23560" y="30449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Plugin / extension system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11155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7307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IoTGuard is Ready for: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Projects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4160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Admin Audits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4160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 Network Security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4160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IoT Security Research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4160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Classroom Demos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45720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286000" y="3794760"/>
            <a:ext cx="45720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9502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Shahab Qamar (54604)  •  Asim Khurshid (53653)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Yawar Abbas  |  Riphah International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848</Words>
  <Application>Microsoft Office PowerPoint</Application>
  <PresentationFormat>On-screen Show (16:9)</PresentationFormat>
  <Paragraphs>175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IoTGuard – IoT &amp; WiFi Security Assessment Tool</dc:title>
  <dc:subject>PptxGenJS Presentation</dc:subject>
  <dc:creator>PptxGenJS</dc:creator>
  <cp:lastModifiedBy>SHAHAB QAMAR</cp:lastModifiedBy>
  <cp:revision>4</cp:revision>
  <dcterms:created xsi:type="dcterms:W3CDTF">2026-04-28T03:35:50Z</dcterms:created>
  <dcterms:modified xsi:type="dcterms:W3CDTF">2026-04-28T03:49:23Z</dcterms:modified>
</cp:coreProperties>
</file>